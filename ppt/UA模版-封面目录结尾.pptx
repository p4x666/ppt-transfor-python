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261" r:id="rId4"/>
    <p:sldId id="326" r:id="rId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chemeClr val="accent2"/>
        </a:solidFill>
        <a:effectLst/>
        <a:uFillTx/>
        <a:latin typeface="MAD Sans Fill Regular"/>
        <a:ea typeface="MAD Sans Fill Regular"/>
        <a:cs typeface="MAD Sans Fill Regular"/>
        <a:sym typeface="MAD Sans Fill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C3C2611-4C71-4FC5-86AE-919BDF0F9419}" styleName="">
    <a:wholeTb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>
        <a:font>
          <a:latin typeface="MAD Sans Fill Regular"/>
          <a:ea typeface="MAD Sans Fill Regular"/>
          <a:cs typeface="MAD Sans Fill Regular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4"/>
    <p:restoredTop sz="94610"/>
  </p:normalViewPr>
  <p:slideViewPr>
    <p:cSldViewPr snapToGrid="0">
      <p:cViewPr varScale="1">
        <p:scale>
          <a:sx n="116" d="100"/>
          <a:sy n="116" d="100"/>
        </p:scale>
        <p:origin x="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ustomXml" Target="../customXml/item3.xml"/><Relationship Id="rId11" Type="http://schemas.openxmlformats.org/officeDocument/2006/relationships/customXml" Target="../customXml/item2.xml"/><Relationship Id="rId10" Type="http://schemas.openxmlformats.org/officeDocument/2006/relationships/customXml" Target="../customXml/item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MAD Sans Fill Bold"/>
      </a:defRPr>
    </a:lvl1pPr>
    <a:lvl2pPr indent="228600" latinLnBrk="0">
      <a:defRPr sz="1200">
        <a:latin typeface="+mn-lt"/>
        <a:ea typeface="+mn-ea"/>
        <a:cs typeface="+mn-cs"/>
        <a:sym typeface="MAD Sans Fill Bold"/>
      </a:defRPr>
    </a:lvl2pPr>
    <a:lvl3pPr indent="457200" latinLnBrk="0">
      <a:defRPr sz="1200">
        <a:latin typeface="+mn-lt"/>
        <a:ea typeface="+mn-ea"/>
        <a:cs typeface="+mn-cs"/>
        <a:sym typeface="MAD Sans Fill Bold"/>
      </a:defRPr>
    </a:lvl3pPr>
    <a:lvl4pPr indent="685800" latinLnBrk="0">
      <a:defRPr sz="1200">
        <a:latin typeface="+mn-lt"/>
        <a:ea typeface="+mn-ea"/>
        <a:cs typeface="+mn-cs"/>
        <a:sym typeface="MAD Sans Fill Bold"/>
      </a:defRPr>
    </a:lvl4pPr>
    <a:lvl5pPr indent="914400" latinLnBrk="0">
      <a:defRPr sz="1200">
        <a:latin typeface="+mn-lt"/>
        <a:ea typeface="+mn-ea"/>
        <a:cs typeface="+mn-cs"/>
        <a:sym typeface="MAD Sans Fill Bold"/>
      </a:defRPr>
    </a:lvl5pPr>
    <a:lvl6pPr indent="1143000" latinLnBrk="0">
      <a:defRPr sz="1200">
        <a:latin typeface="+mn-lt"/>
        <a:ea typeface="+mn-ea"/>
        <a:cs typeface="+mn-cs"/>
        <a:sym typeface="MAD Sans Fill Bold"/>
      </a:defRPr>
    </a:lvl6pPr>
    <a:lvl7pPr indent="1371600" latinLnBrk="0">
      <a:defRPr sz="1200">
        <a:latin typeface="+mn-lt"/>
        <a:ea typeface="+mn-ea"/>
        <a:cs typeface="+mn-cs"/>
        <a:sym typeface="MAD Sans Fill Bold"/>
      </a:defRPr>
    </a:lvl7pPr>
    <a:lvl8pPr indent="1600200" latinLnBrk="0">
      <a:defRPr sz="1200">
        <a:latin typeface="+mn-lt"/>
        <a:ea typeface="+mn-ea"/>
        <a:cs typeface="+mn-cs"/>
        <a:sym typeface="MAD Sans Fill Bold"/>
      </a:defRPr>
    </a:lvl8pPr>
    <a:lvl9pPr indent="1828800" latinLnBrk="0">
      <a:defRPr sz="1200">
        <a:latin typeface="+mn-lt"/>
        <a:ea typeface="+mn-ea"/>
        <a:cs typeface="+mn-cs"/>
        <a:sym typeface="MAD Sans Fill Bold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Logo Intro B: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806" y="2462198"/>
            <a:ext cx="1652388" cy="97333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Stacked Logo: Grey">
    <p:bg>
      <p:bgPr>
        <a:solidFill>
          <a:schemeClr val="accent6">
            <a:lumOff val="13725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2395361"/>
            <a:ext cx="2743200" cy="206727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Logo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821685"/>
            <a:ext cx="9144000" cy="121463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-14826" y="4644"/>
            <a:ext cx="3822750" cy="6848712"/>
          </a:xfrm>
          <a:prstGeom prst="rect">
            <a:avLst/>
          </a:prstGeom>
          <a:solidFill>
            <a:schemeClr val="accent6">
              <a:lumOff val="13725"/>
            </a:schemeClr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txBody>
          <a:bodyPr lIns="45719" rIns="45719" anchor="ctr"/>
          <a:lstStyle/>
          <a:p/>
        </p:txBody>
      </p:sp>
      <p:pic>
        <p:nvPicPr>
          <p:cNvPr id="3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06"/>
            <a:ext cx="12192000" cy="68545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1" i="0" u="none" strike="noStrike" cap="all" spc="-39" baseline="0">
          <a:solidFill>
            <a:schemeClr val="accent2"/>
          </a:solidFill>
          <a:uFillTx/>
          <a:latin typeface="Neue Plak Extended Black"/>
          <a:ea typeface="Neue Plak Extended Black"/>
          <a:cs typeface="Neue Plak Extended Black"/>
          <a:sym typeface="Neue Plak Extended Black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chemeClr val="accent2"/>
          </a:solidFill>
          <a:uFillTx/>
          <a:latin typeface="MAD Sans Fill Regular"/>
          <a:ea typeface="MAD Sans Fill Regular"/>
          <a:cs typeface="MAD Sans Fill Regular"/>
          <a:sym typeface="MAD Sans Fill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AD Sans Fill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INSERT TITLE TEXT"/>
          <p:cNvSpPr txBox="1"/>
          <p:nvPr/>
        </p:nvSpPr>
        <p:spPr>
          <a:xfrm>
            <a:off x="5458561" y="6034186"/>
            <a:ext cx="1274878" cy="3200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Neue Plak Regular"/>
                <a:ea typeface="Neue Plak Regular"/>
                <a:cs typeface="Neue Plak Regular"/>
                <a:sym typeface="Neue Plak Regular"/>
              </a:defRPr>
            </a:lvl1pPr>
          </a:lstStyle>
          <a:p>
            <a:r>
              <a:t>INSERT TITLE TEXT</a:t>
            </a:r>
          </a:p>
        </p:txBody>
      </p:sp>
      <p:sp>
        <p:nvSpPr>
          <p:cNvPr id="237" name="INSERT TITLE"/>
          <p:cNvSpPr txBox="1"/>
          <p:nvPr/>
        </p:nvSpPr>
        <p:spPr>
          <a:xfrm>
            <a:off x="3868980" y="3962130"/>
            <a:ext cx="4454040" cy="123342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>
            <a:lvl1pPr algn="ctr" defTabSz="557530">
              <a:lnSpc>
                <a:spcPct val="70000"/>
              </a:lnSpc>
              <a:defRPr sz="6100" cap="all" spc="-45">
                <a:solidFill>
                  <a:srgbClr val="FFFFFF"/>
                </a:solid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lvl1pPr>
          </a:lstStyle>
          <a:p>
            <a:r>
              <a:rPr dirty="0"/>
              <a:t>INSERT TITLE</a:t>
            </a:r>
            <a:endParaRPr dirty="0"/>
          </a:p>
        </p:txBody>
      </p:sp>
      <p:sp>
        <p:nvSpPr>
          <p:cNvPr id="6" name="文本框 5"/>
          <p:cNvSpPr txBox="1"/>
          <p:nvPr/>
        </p:nvSpPr>
        <p:spPr>
          <a:xfrm>
            <a:off x="645795" y="3770630"/>
            <a:ext cx="4064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chemeClr val="accent2"/>
              </a:solidFill>
              <a:effectLst/>
              <a:uFillTx/>
              <a:latin typeface="MAD Sans Fill Regular"/>
              <a:ea typeface="MAD Sans Fill Regular"/>
              <a:cs typeface="MAD Sans Fill Regular"/>
              <a:sym typeface="MAD Sans Fill Regular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3" name="Content Placeholder 3"/>
          <p:cNvGraphicFramePr/>
          <p:nvPr/>
        </p:nvGraphicFramePr>
        <p:xfrm>
          <a:off x="5191313" y="502821"/>
          <a:ext cx="6799262" cy="597701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999542"/>
                <a:gridCol w="639271"/>
                <a:gridCol w="3160449"/>
              </a:tblGrid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  <a:tr h="747127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000">
                          <a:solidFill>
                            <a:srgbClr val="FFFFFF"/>
                          </a:solidFill>
                          <a:latin typeface="Neue Plak SemiBold"/>
                          <a:ea typeface="Neue Plak SemiBold"/>
                          <a:cs typeface="Neue Plak SemiBold"/>
                          <a:sym typeface="Neue Plak SemiBold"/>
                        </a:rPr>
                        <a:t>INSERT TEXT</a:t>
                      </a:r>
                      <a:endParaRPr sz="2000">
                        <a:solidFill>
                          <a:srgbClr val="FFFFFF"/>
                        </a:solidFill>
                        <a:latin typeface="Neue Plak SemiBold"/>
                        <a:ea typeface="Neue Plak SemiBold"/>
                        <a:cs typeface="Neue Plak SemiBold"/>
                        <a:sym typeface="Neue Plak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chemeClr val="accent4">
                              <a:satOff val="-2683"/>
                              <a:lumOff val="33431"/>
                            </a:schemeClr>
                          </a:solidFill>
                          <a:latin typeface="Neue Plak Extended SemiBold"/>
                          <a:ea typeface="Neue Plak Extended SemiBold"/>
                          <a:cs typeface="Neue Plak Extended SemiBold"/>
                          <a:sym typeface="Neue Plak Extended SemiBold"/>
                        </a:rPr>
                        <a:t>Insert Text</a:t>
                      </a:r>
                      <a:endParaRPr sz="1600">
                        <a:solidFill>
                          <a:schemeClr val="accent4">
                            <a:satOff val="-2683"/>
                            <a:lumOff val="33431"/>
                          </a:schemeClr>
                        </a:solidFill>
                        <a:latin typeface="Neue Plak Extended SemiBold"/>
                        <a:ea typeface="Neue Plak Extended SemiBold"/>
                        <a:cs typeface="Neue Plak Extended SemiBold"/>
                        <a:sym typeface="Neue Plak Extended SemiBold"/>
                      </a:endParaRPr>
                    </a:p>
                  </a:txBody>
                  <a:tcPr marL="45720" marR="45720" anchor="ctr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44" name="Text Placeholder 9"/>
          <p:cNvSpPr txBox="1"/>
          <p:nvPr/>
        </p:nvSpPr>
        <p:spPr>
          <a:xfrm>
            <a:off x="383970" y="2340261"/>
            <a:ext cx="3412391" cy="207264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defTabSz="385445">
              <a:lnSpc>
                <a:spcPct val="60000"/>
              </a:lnSpc>
              <a:defRPr sz="6600" cap="all" spc="149">
                <a:solidFill>
                  <a:srgbClr val="000000"/>
                </a:solidFill>
                <a:uFill>
                  <a:solidFill>
                    <a:srgbClr val="5F5F5F"/>
                  </a:solidFill>
                </a:uFill>
                <a:latin typeface="Neue Plak Compressed Bold"/>
                <a:ea typeface="Neue Plak Compressed Bold"/>
                <a:cs typeface="Neue Plak Compressed Bold"/>
                <a:sym typeface="Neue Plak Compressed Bold"/>
              </a:defRPr>
            </a:pPr>
            <a:r>
              <a:t>Insert agenda</a:t>
            </a:r>
            <a:br/>
            <a:r>
              <a:t>title Text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ECTION">
  <a:themeElements>
    <a:clrScheme name="SECTION">
      <a:dk1>
        <a:srgbClr val="14141E"/>
      </a:dk1>
      <a:lt1>
        <a:srgbClr val="B3B3B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ECTION">
  <a:themeElements>
    <a:clrScheme name="SECTION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DC1117"/>
      </a:accent1>
      <a:accent2>
        <a:srgbClr val="14141E"/>
      </a:accent2>
      <a:accent3>
        <a:srgbClr val="282832"/>
      </a:accent3>
      <a:accent4>
        <a:srgbClr val="505059"/>
      </a:accent4>
      <a:accent5>
        <a:srgbClr val="8C8C96"/>
      </a:accent5>
      <a:accent6>
        <a:srgbClr val="B3B3BF"/>
      </a:accent6>
      <a:hlink>
        <a:srgbClr val="0000FF"/>
      </a:hlink>
      <a:folHlink>
        <a:srgbClr val="FF00FF"/>
      </a:folHlink>
    </a:clrScheme>
    <a:fontScheme name="SECTION">
      <a:majorFont>
        <a:latin typeface="Helvetica"/>
        <a:ea typeface="Helvetica"/>
        <a:cs typeface="Helvetica"/>
      </a:majorFont>
      <a:minorFont>
        <a:latin typeface="MAD Sans Fill Bold"/>
        <a:ea typeface="MAD Sans Fill Bold"/>
        <a:cs typeface="MAD Sans Fill Bold"/>
      </a:minorFont>
    </a:fontScheme>
    <a:fmtScheme name="S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3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0F0FA"/>
        </a:solidFill>
        <a:ln w="12700" cap="flat">
          <a:solidFill>
            <a:schemeClr val="accent1"/>
          </a:solidFill>
          <a:prstDash val="solid"/>
          <a:miter lim="800000"/>
        </a:ln>
        <a:effectLst>
          <a:outerShdw blurRad="50800" dist="25400" dir="5400000" rotWithShape="0">
            <a:srgbClr val="000000">
              <a:alpha val="3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chemeClr val="accent2"/>
            </a:solidFill>
            <a:effectLst/>
            <a:uFillTx/>
            <a:latin typeface="MAD Sans Fill Regular"/>
            <a:ea typeface="MAD Sans Fill Regular"/>
            <a:cs typeface="MAD Sans Fill Regular"/>
            <a:sym typeface="MAD Sans Fill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B41AFDFA6B740935D71589DC883F6" ma:contentTypeVersion="13" ma:contentTypeDescription="Create a new document." ma:contentTypeScope="" ma:versionID="0cc257c18418a87ade3bbacc4d6be942">
  <xsd:schema xmlns:xsd="http://www.w3.org/2001/XMLSchema" xmlns:xs="http://www.w3.org/2001/XMLSchema" xmlns:p="http://schemas.microsoft.com/office/2006/metadata/properties" xmlns:ns2="71397b2c-519b-4c2e-bd46-e013762d93fe" xmlns:ns3="e4b49a22-6ee0-45db-bab7-abddf60624a6" targetNamespace="http://schemas.microsoft.com/office/2006/metadata/properties" ma:root="true" ma:fieldsID="9736a761350b116b0e89f562dcb987f2" ns2:_="" ns3:_="">
    <xsd:import namespace="71397b2c-519b-4c2e-bd46-e013762d93fe"/>
    <xsd:import namespace="e4b49a22-6ee0-45db-bab7-abddf60624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97b2c-519b-4c2e-bd46-e013762d93f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0a4fa12-5593-42e6-a6f3-20cd24b402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b49a22-6ee0-45db-bab7-abddf60624a6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8fbf1ae-97b9-490a-a843-80253dd457f0}" ma:internalName="TaxCatchAll" ma:showField="CatchAllData" ma:web="e4b49a22-6ee0-45db-bab7-abddf60624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b49a22-6ee0-45db-bab7-abddf60624a6" xsi:nil="true"/>
    <lcf76f155ced4ddcb4097134ff3c332f xmlns="71397b2c-519b-4c2e-bd46-e013762d93f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99182E1-703F-41E6-BC43-80893570CF53}">
  <ds:schemaRefs/>
</ds:datastoreItem>
</file>

<file path=customXml/itemProps2.xml><?xml version="1.0" encoding="utf-8"?>
<ds:datastoreItem xmlns:ds="http://schemas.openxmlformats.org/officeDocument/2006/customXml" ds:itemID="{A41E5454-B455-4E4F-9F86-0AE84615454D}">
  <ds:schemaRefs/>
</ds:datastoreItem>
</file>

<file path=customXml/itemProps3.xml><?xml version="1.0" encoding="utf-8"?>
<ds:datastoreItem xmlns:ds="http://schemas.openxmlformats.org/officeDocument/2006/customXml" ds:itemID="{9C3929ED-7080-4A79-B791-35EBBED7710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WPS 演示</Application>
  <PresentationFormat>宽屏</PresentationFormat>
  <Paragraphs>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31" baseType="lpstr">
      <vt:lpstr>Arial</vt:lpstr>
      <vt:lpstr>宋体</vt:lpstr>
      <vt:lpstr>Wingdings</vt:lpstr>
      <vt:lpstr>MAD Sans Fill Regular</vt:lpstr>
      <vt:lpstr>Segoe Print</vt:lpstr>
      <vt:lpstr>Neue Plak Extended Black</vt:lpstr>
      <vt:lpstr>Arial</vt:lpstr>
      <vt:lpstr>MAD Sans Fill Bold</vt:lpstr>
      <vt:lpstr>Neue Plak Regular</vt:lpstr>
      <vt:lpstr>Neue Plak Compressed Bold</vt:lpstr>
      <vt:lpstr>Neue Plak SemiBold</vt:lpstr>
      <vt:lpstr>Neue Plak Extended SemiBold</vt:lpstr>
      <vt:lpstr>微软雅黑</vt:lpstr>
      <vt:lpstr>Arial Unicode MS</vt:lpstr>
      <vt:lpstr>MAD Sans Fill Bold</vt:lpstr>
      <vt:lpstr>MAD Sans Fill Regular</vt:lpstr>
      <vt:lpstr>Neue Plak Compressed Bold</vt:lpstr>
      <vt:lpstr>Neue Plak Extended Black</vt:lpstr>
      <vt:lpstr>Neue Plak Extended SemiBold</vt:lpstr>
      <vt:lpstr>Neue Plak Regular</vt:lpstr>
      <vt:lpstr>Neue Plak SemiBold</vt:lpstr>
      <vt:lpstr>Saturday Sans Regular</vt:lpstr>
      <vt:lpstr>Black coffees</vt:lpstr>
      <vt:lpstr>Wonder Sans Bold</vt:lpstr>
      <vt:lpstr>Oxford Regular</vt:lpstr>
      <vt:lpstr>Kata Bold</vt:lpstr>
      <vt:lpstr>Crunch SemiBold</vt:lpstr>
      <vt:lpstr>SECTION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Knippenberg, Alex</dc:creator>
  <cp:lastModifiedBy>知味</cp:lastModifiedBy>
  <cp:revision>13</cp:revision>
  <dcterms:created xsi:type="dcterms:W3CDTF">2026-05-09T13:42:00Z</dcterms:created>
  <dcterms:modified xsi:type="dcterms:W3CDTF">2026-05-12T05:17:16Z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0x010100455B41AFDFA6B740935D71589DC883F6</vt:lpwstr>
  </property>
  <property fmtid="{D5CDD505-2E9C-101B-9397-08002B2CF9AE}" pid="3" name="MediaServiceImageTags">
    <vt:lpwstr/>
  </property>
  <property fmtid="{D5CDD505-2E9C-101B-9397-08002B2CF9AE}" pid="4" name="Order">
    <vt:lpwstr>6433600.00000000</vt:lpwstr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KSOProductBuildVer">
    <vt:lpwstr>2052-12.1.0.25865</vt:lpwstr>
  </property>
  <property fmtid="{D5CDD505-2E9C-101B-9397-08002B2CF9AE}" pid="11" name="ICV">
    <vt:lpwstr>A7267CA3351E49CBB73A3CA6DF69CD1A_12</vt:lpwstr>
  </property>
</Properties>
</file>