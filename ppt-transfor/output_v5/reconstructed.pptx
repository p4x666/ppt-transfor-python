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_0001_cc7fdf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9806" y="2462198"/>
            <a:ext cx="1652388" cy="97333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</a:p>
        </p:txBody>
      </p:sp>
      <p:sp>
        <p:nvSpPr>
          <p:cNvPr id="4" name="TextBox 3"/>
          <p:cNvSpPr txBox="1"/>
          <p:nvPr/>
        </p:nvSpPr>
        <p:spPr>
          <a:xfrm>
            <a:off x="5458561" y="6034186"/>
            <a:ext cx="1274878" cy="320041"/>
          </a:xfrm>
          <a:prstGeom prst="rect">
            <a:avLst/>
          </a:prstGeom>
          <a:noFill/>
          <a:ln w="12700"/>
        </p:spPr>
        <p:txBody>
          <a:bodyPr wrap="none" lIns="45719" rIns="45719">
            <a:spAutoFit/>
          </a:bodyPr>
          <a:lstStyle/>
          <a:p>
            <a:pPr/>
            <a:r>
              <a:rPr>
                <a:solidFill>
                  <a:srgbClr val="FFFFFF"/>
                </a:solidFill>
              </a:rPr>
              <a:t>INSERT TITLE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68980" y="3962130"/>
            <a:ext cx="4454040" cy="1233425"/>
          </a:xfrm>
          <a:prstGeom prst="rect">
            <a:avLst/>
          </a:prstGeom>
          <a:noFill/>
          <a:ln w="12700"/>
        </p:spPr>
        <p:txBody>
          <a:bodyPr wrap="none" lIns="45719" rIns="45719">
            <a:spAutoFit/>
          </a:bodyPr>
          <a:lstStyle/>
          <a:p>
            <a:pPr/>
            <a:r>
              <a:rPr>
                <a:solidFill>
                  <a:srgbClr val="FFFFFF"/>
                </a:solidFill>
              </a:rPr>
              <a:t>INSERT 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4826" y="4644"/>
            <a:ext cx="3822750" cy="6848712"/>
          </a:xfrm>
          <a:prstGeom prst="rect">
            <a:avLst/>
          </a:prstGeom>
          <a:solidFill>
            <a:srgbClr val="B3B3BF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191313" y="502821"/>
          <a:ext cx="6799262" cy="5977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420"/>
                <a:gridCol w="2266420"/>
                <a:gridCol w="2266422"/>
              </a:tblGrid>
              <a:tr h="747127"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600">
                          <a:solidFill>
                            <a:srgbClr val="505059"/>
                          </a:solidFill>
                          <a:latin typeface="Neue Plak Extended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747127"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600">
                          <a:solidFill>
                            <a:srgbClr val="505059"/>
                          </a:solidFill>
                          <a:latin typeface="Neue Plak Extended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747127"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600">
                          <a:solidFill>
                            <a:srgbClr val="505059"/>
                          </a:solidFill>
                          <a:latin typeface="Neue Plak Extended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747127"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600">
                          <a:solidFill>
                            <a:srgbClr val="505059"/>
                          </a:solidFill>
                          <a:latin typeface="Neue Plak Extended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747127"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600">
                          <a:solidFill>
                            <a:srgbClr val="505059"/>
                          </a:solidFill>
                          <a:latin typeface="Neue Plak Extended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747127"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600">
                          <a:solidFill>
                            <a:srgbClr val="505059"/>
                          </a:solidFill>
                          <a:latin typeface="Neue Plak Extended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747127"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600">
                          <a:solidFill>
                            <a:srgbClr val="505059"/>
                          </a:solidFill>
                          <a:latin typeface="Neue Plak Extended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747127"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600">
                          <a:solidFill>
                            <a:srgbClr val="505059"/>
                          </a:solidFill>
                          <a:latin typeface="Neue Plak Extended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83970" y="2340261"/>
            <a:ext cx="3412391" cy="2072641"/>
          </a:xfrm>
          <a:prstGeom prst="rect">
            <a:avLst/>
          </a:prstGeom>
          <a:noFill/>
          <a:ln w="12700"/>
        </p:spPr>
        <p:txBody>
          <a:bodyPr wrap="none" lIns="50800" tIns="50800" rIns="50800" bIns="50800">
            <a:spAutoFit/>
          </a:bodyPr>
          <a:lstStyle/>
          <a:p>
            <a:pPr>
              <a:lnSpc>
                <a:spcPct val="60000"/>
              </a:lnSpc>
            </a:pPr>
            <a:r>
              <a:rPr>
                <a:solidFill>
                  <a:srgbClr val="000000"/>
                </a:solidFill>
              </a:rPr>
              <a:t>Insert agenda</a:t>
            </a:r>
            <a:r>
              <a:rPr>
                <a:solidFill>
                  <a:srgbClr val="000000"/>
                </a:solidFill>
              </a:rPr>
              <a:t>title 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_0002_7c330d7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821685"/>
            <a:ext cx="9144000" cy="12146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