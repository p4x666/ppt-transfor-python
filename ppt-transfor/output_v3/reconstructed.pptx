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/>
              <a:t>INSERT TITLE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lstStyle/>
          <a:p>
            <a:pPr/>
            <a:r>
              <a:rPr/>
              <a:t>INSERT TITLE</a:t>
            </a:r>
          </a:p>
        </p:txBody>
      </p:sp>
      <p:pic>
        <p:nvPicPr>
          <p:cNvPr id="4" name="Picture 3" descr="image_0001_cc7fd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  <a:tr h="747127"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Insert 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60000"/>
              </a:lnSpc>
            </a:pPr>
            <a:r>
              <a:rPr/>
              <a:t>Insert agenda</a:t>
            </a:r>
            <a:r>
              <a:rPr/>
              <a:t>title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2_7c330d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