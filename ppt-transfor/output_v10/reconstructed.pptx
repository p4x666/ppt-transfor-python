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1_cc7fd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p>
            <a:pPr/>
            <a:r>
              <a:rPr>
                <a:solidFill>
                  <a:srgbClr val="FFFFFF"/>
                </a:solidFill>
              </a:rPr>
              <a:t>INSERT TITLE TEXT</a:t>
            </a:r>
          </a:p>
          <a:lstStyle>
            <a:level1pPr algn="ctr">
              <a:defRPr sz="1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</a:defRPr>
            </a:level1pPr>
          </a:lstStyle>
        </p:txBody>
      </p:sp>
      <p:sp>
        <p:nvSpPr>
          <p:cNvPr id="5" name="TextBox 4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p>
            <a:pPr/>
            <a:r>
              <a:rPr>
                <a:solidFill>
                  <a:srgbClr val="FFFFFF"/>
                </a:solidFill>
              </a:rPr>
              <a:t>INSERT TITLE</a:t>
            </a:r>
          </a:p>
          <a:lstStyle>
            <a:level1pPr algn="ctr">
              <a:lnSpc>
                <a:spcPct val="70000"/>
              </a:lnSpc>
              <a:defRPr sz="6100" cap="all" spc="-45" b="1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</a:defRPr>
            </a:level1pPr>
          </a:lstStyle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rgbClr val="B3B3B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20"/>
                <a:gridCol w="2266420"/>
                <a:gridCol w="2266422"/>
              </a:tblGrid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noFill/>
          <a:ln w="12700"/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60000"/>
              </a:lnSpc>
            </a:pPr>
            <a:r>
              <a:rPr>
                <a:solidFill>
                  <a:srgbClr val="000000"/>
                </a:solidFill>
              </a:rPr>
              <a:t>Insert agenda</a:t>
            </a:r>
            <a:r>
              <a:rPr>
                <a:solidFill>
                  <a:srgbClr val="000000"/>
                </a:solidFill>
              </a:rPr>
              <a:t>title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2_7c330d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