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_0001_cc7fd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806" y="2462198"/>
            <a:ext cx="1652388" cy="9733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5458561" y="6034186"/>
            <a:ext cx="1274878" cy="320041"/>
          </a:xfrm>
          <a:prstGeom prst="rect">
            <a:avLst/>
          </a:prstGeom>
          <a:noFill/>
          <a:ln w="12700"/>
        </p:spPr>
        <p:txBody>
          <a:bodyPr wrap="none" lIns="45719" rIns="45719">
            <a:spAutoFit/>
          </a:bodyPr>
          <a:p>
            <a:pPr/>
            <a:r>
              <a:rPr>
                <a:solidFill>
                  <a:srgbClr val="FFFFFF"/>
                </a:solidFill>
              </a:rPr>
              <a:t>INSERT TITLE TEXT</a:t>
            </a:r>
          </a:p>
          <a:lstStyle>
            <a:lvl1pPr algn="ctr">
              <a:defRPr sz="12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</a:defRPr>
            </a:lvl1pPr>
          </a:lstStyle>
        </p:txBody>
      </p:sp>
      <p:sp>
        <p:nvSpPr>
          <p:cNvPr id="5" name="TextBox 4"/>
          <p:cNvSpPr txBox="1"/>
          <p:nvPr/>
        </p:nvSpPr>
        <p:spPr>
          <a:xfrm>
            <a:off x="3868980" y="3962130"/>
            <a:ext cx="4454040" cy="1233425"/>
          </a:xfrm>
          <a:prstGeom prst="rect">
            <a:avLst/>
          </a:prstGeom>
          <a:noFill/>
          <a:ln w="12700"/>
        </p:spPr>
        <p:txBody>
          <a:bodyPr wrap="none" lIns="45719" rIns="45719">
            <a:spAutoFit/>
          </a:bodyPr>
          <a:p>
            <a:pPr/>
            <a:r>
              <a:rPr>
                <a:solidFill>
                  <a:srgbClr val="FFFFFF"/>
                </a:solidFill>
              </a:rPr>
              <a:t>INSERT TITLE</a:t>
            </a:r>
          </a:p>
          <a:lstStyle>
            <a:lvl1pPr algn="ctr" defTabSz="557774">
              <a:lnSpc>
                <a:spcPct val="70000"/>
              </a:lnSpc>
              <a:defRPr sz="6100" cap="all" spc="-45" b="1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</a:defRPr>
            </a:lvl1pPr>
          </a:lstStyle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rgbClr val="B3B3BF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91313" y="502821"/>
          <a:ext cx="6799262" cy="5977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420"/>
                <a:gridCol w="2266420"/>
                <a:gridCol w="2266422"/>
              </a:tblGrid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>
                          <a:solidFill>
                            <a:srgbClr val="505059"/>
                          </a:solidFill>
                          <a:latin typeface="Neue Plak Extended SemiBold"/>
                        </a:rPr>
                        <a:t>Insert Text</a:t>
                      </a:r>
                    </a:p>
                  </a:txBody>
                  <a:tcPr>
                    <a:lnL w="0">
                      <a:solidFill>
                        <a:srgbClr val="000000"/>
                      </a:solidFill>
                    </a:lnL>
                    <a:lnR w="0">
                      <a:solidFill>
                        <a:srgbClr val="000000"/>
                      </a:solidFill>
                    </a:lnR>
                    <a:lnT w="0">
                      <a:solidFill>
                        <a:srgbClr val="000000"/>
                      </a:solidFill>
                    </a:lnT>
                    <a:lnB w="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3970" y="2340261"/>
            <a:ext cx="3412391" cy="2072641"/>
          </a:xfrm>
          <a:prstGeom prst="rect">
            <a:avLst/>
          </a:prstGeom>
          <a:noFill/>
          <a:ln w="12700"/>
        </p:spPr>
        <p:txBody>
          <a:bodyPr wrap="none" lIns="50800" tIns="50800" rIns="50800" bIns="50800">
            <a:spAutoFit/>
          </a:bodyPr>
          <a:lstStyle/>
          <a:p>
            <a:pPr>
              <a:lnSpc>
                <a:spcPct val="60000"/>
              </a:lnSpc>
            </a:pPr>
            <a:r>
              <a:rPr>
                <a:solidFill>
                  <a:srgbClr val="000000"/>
                </a:solidFill>
              </a:rPr>
              <a:t>Insert agenda</a:t>
            </a:r>
            <a:r>
              <a:rPr>
                <a:solidFill>
                  <a:srgbClr val="000000"/>
                </a:solidFill>
              </a:rPr>
              <a:t>title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_0002_7c330d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821685"/>
            <a:ext cx="9144000" cy="12146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