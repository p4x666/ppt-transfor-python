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58561" y="6034186"/>
            <a:ext cx="1274878" cy="320041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lstStyle/>
          <a:p>
            <a:pPr/>
            <a:r>
              <a:rPr/>
              <a:t>INSERT TITLE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68980" y="3962130"/>
            <a:ext cx="4454040" cy="1233425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lstStyle/>
          <a:p>
            <a:pPr/>
            <a:r>
              <a:rPr/>
              <a:t>INSERT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191313" y="502821"/>
          <a:ext cx="6799262" cy="597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420"/>
                <a:gridCol w="2266420"/>
                <a:gridCol w="2266422"/>
              </a:tblGrid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83970" y="2340261"/>
            <a:ext cx="3412391" cy="2072641"/>
          </a:xfrm>
          <a:prstGeom prst="rect">
            <a:avLst/>
          </a:prstGeom>
          <a:noFill/>
          <a:ln w="12700"/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60000"/>
              </a:lnSpc>
            </a:pPr>
            <a:r>
              <a:rPr/>
              <a:t>Insert agenda</a:t>
            </a:r>
            <a:r>
              <a:rPr/>
              <a:t>title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